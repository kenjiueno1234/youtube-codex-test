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1031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強調メッセージ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タイトル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t>テキスト1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t>テキスト2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t>テキスト3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タイトル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t>テキスト1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t>テキスト2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t>テキスト3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t>テキスト4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タイトル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t>テキスト1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t>テキスト2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t>テキスト3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t>テキスト4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t>テキスト5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タイトル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solidFill>
            <a:srgbClr val="37373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E6E6E6"/>
                </a:solidFill>
              </a:defRPr>
            </a:pPr>
            <a:r>
              <a:t>イラスト画像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タイトル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solidFill>
            <a:srgbClr val="37373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E6E6E6"/>
                </a:solidFill>
              </a:defRPr>
            </a:pPr>
            <a:r>
              <a:t>イラスト画像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説明1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タイトル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259570" y="1828800"/>
            <a:ext cx="4129550" cy="2743200"/>
          </a:xfrm>
          <a:prstGeom prst="rect">
            <a:avLst/>
          </a:prstGeom>
          <a:solidFill>
            <a:srgbClr val="37373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E6E6E6"/>
                </a:solidFill>
              </a:defRPr>
            </a:pPr>
            <a:r>
              <a:t>イラスト1</a:t>
            </a:r>
          </a:p>
        </p:txBody>
      </p:sp>
      <p:sp>
        <p:nvSpPr>
          <p:cNvPr id="4" name="Rectangle 3"/>
          <p:cNvSpPr/>
          <p:nvPr/>
        </p:nvSpPr>
        <p:spPr>
          <a:xfrm>
            <a:off x="4735215" y="1828800"/>
            <a:ext cx="4129550" cy="2743200"/>
          </a:xfrm>
          <a:prstGeom prst="rect">
            <a:avLst/>
          </a:prstGeom>
          <a:solidFill>
            <a:srgbClr val="37373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E6E6E6"/>
                </a:solidFill>
              </a:defRPr>
            </a:pPr>
            <a:r>
              <a:t>イラスト2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タイトル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200576" y="1828800"/>
            <a:ext cx="4227872" cy="2743200"/>
          </a:xfrm>
          <a:prstGeom prst="rect">
            <a:avLst/>
          </a:prstGeom>
          <a:solidFill>
            <a:srgbClr val="37373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E6E6E6"/>
                </a:solidFill>
              </a:defRPr>
            </a:pPr>
            <a:r>
              <a:t>イラスト1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0326" y="1828800"/>
            <a:ext cx="4227872" cy="2743200"/>
          </a:xfrm>
          <a:prstGeom prst="rect">
            <a:avLst/>
          </a:prstGeom>
          <a:solidFill>
            <a:srgbClr val="37373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E6E6E6"/>
                </a:solidFill>
              </a:defRPr>
            </a:pPr>
            <a:r>
              <a:t>イラスト2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576" y="4937760"/>
            <a:ext cx="4227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説明1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0326" y="4937760"/>
            <a:ext cx="4227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説明2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タイトル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solidFill>
            <a:srgbClr val="37373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E6E6E6"/>
                </a:solidFill>
              </a:defRPr>
            </a:pPr>
            <a:r>
              <a:t>スクリーンショット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タイトル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solidFill>
            <a:srgbClr val="37373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E6E6E6"/>
                </a:solidFill>
              </a:defRPr>
            </a:pPr>
            <a:r>
              <a:t>スクリーンショット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説明1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</Words>
  <Application>Microsoft Office PowerPoint</Application>
  <PresentationFormat>画面に合わせる (4:3)</PresentationFormat>
  <Paragraphs>34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健司 上野</cp:lastModifiedBy>
  <cp:revision>2</cp:revision>
  <dcterms:created xsi:type="dcterms:W3CDTF">2013-01-27T09:14:16Z</dcterms:created>
  <dcterms:modified xsi:type="dcterms:W3CDTF">2025-11-08T00:28:02Z</dcterms:modified>
  <cp:category/>
</cp:coreProperties>
</file>