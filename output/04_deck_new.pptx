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【目次】</a:t>
            </a:r>
            <a:br/>
            <a:br/>
            <a:r>
              <a:t>1.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【目次】</a:t>
            </a:r>
            <a:br/>
            <a:br/>
            <a:r>
              <a:t>1.</a:t>
            </a:r>
          </a:p>
          <a:p>
            <a:r>
              <a:rPr>
                <a:solidFill>
                  <a:srgbClr val="FFFFFF"/>
                </a:solidFill>
              </a:rPr>
              <a:t>RAG過信への警鐘と本稿の目的</a:t>
            </a:r>
          </a:p>
          <a:p>
            <a:r>
              <a:rPr>
                <a:solidFill>
                  <a:srgbClr val="FFFFFF"/>
                </a:solidFill>
              </a:rPr>
              <a:t>1-1.</a:t>
            </a:r>
          </a:p>
          <a:p>
            <a:r>
              <a:rPr>
                <a:solidFill>
                  <a:srgbClr val="FFFFFF"/>
                </a:solidFill>
              </a:rPr>
              <a:t>本動画の位置づけ</a:t>
            </a:r>
          </a:p>
          <a:p>
            <a:r>
              <a:rPr>
                <a:solidFill>
                  <a:srgbClr val="FFFFFF"/>
                </a:solidFill>
              </a:rPr>
              <a:t>1-2.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1. RAG過信への警鐘と本稿の目的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1-1.</a:t>
            </a:r>
          </a:p>
          <a:p>
            <a:r>
              <a:rPr>
                <a:solidFill>
                  <a:srgbClr val="FFFFFF"/>
                </a:solidFill>
              </a:rPr>
              <a:t>本動画の位置づけ</a:t>
            </a:r>
            <a:br/>
            <a:br/>
            <a:r>
              <a:t>登壇者は「自社データ=RAG」という</a:t>
            </a:r>
            <a:br/>
            <a:r>
              <a:t>早…</a:t>
            </a:r>
          </a:p>
          <a:p>
            <a:r>
              <a:rPr>
                <a:solidFill>
                  <a:srgbClr val="FFFFFF"/>
                </a:solidFill>
              </a:rPr>
              <a:t>相談現場ではRAG不要の案件が多く、</a:t>
            </a:r>
            <a:br/>
            <a:r>
              <a:t>プロンプト設計だけで成…</a:t>
            </a:r>
          </a:p>
          <a:p>
            <a:r>
              <a:rPr>
                <a:solidFill>
                  <a:srgbClr val="FFFFFF"/>
                </a:solidFill>
              </a:rPr>
              <a:t>###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2. 問1:網羅的な参照は必要か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2-1.</a:t>
            </a:r>
          </a:p>
          <a:p>
            <a:r>
              <a:rPr>
                <a:solidFill>
                  <a:srgbClr val="FFFFFF"/>
                </a:solidFill>
              </a:rPr>
              <a:t>チェックリスト型はRAG不適</a:t>
            </a:r>
            <a:br/>
            <a:br/>
            <a:r>
              <a:t>校閲・監査などのチェックリス…</a:t>
            </a:r>
          </a:p>
          <a:p>
            <a:r>
              <a:rPr>
                <a:solidFill>
                  <a:srgbClr val="FFFFFF"/>
                </a:solidFill>
              </a:rPr>
              <a:t>RAGは必要部分だけを引く設計のため、</a:t>
            </a:r>
            <a:br/>
            <a:r>
              <a:t>一部のみ参照すると他…</a:t>
            </a:r>
          </a:p>
          <a:p>
            <a:r>
              <a:rPr>
                <a:solidFill>
                  <a:srgbClr val="FFFFFF"/>
                </a:solidFill>
              </a:rPr>
              <a:t>結論として「網羅チェックはプロンプトに</a:t>
            </a:r>
            <a:br/>
            <a:r>
              <a:t>全観点を明示して回す…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3. 問2:元データはLLMの入力上限内か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3-1.</a:t>
            </a:r>
          </a:p>
          <a:p>
            <a:r>
              <a:rPr>
                <a:solidFill>
                  <a:srgbClr val="FFFFFF"/>
                </a:solidFill>
              </a:rPr>
              <a:t>収まるなら"全部入れる"が速い</a:t>
            </a:r>
            <a:br/>
            <a:br/>
            <a:r>
              <a:t>近年のLLMは長文入力に対…</a:t>
            </a:r>
          </a:p>
          <a:p>
            <a:r>
              <a:rPr>
                <a:solidFill>
                  <a:srgbClr val="FFFFFF"/>
                </a:solidFill>
              </a:rPr>
              <a:t>ガイドラインが上限内に収まるなら、</a:t>
            </a:r>
            <a:br/>
            <a:r>
              <a:t>毎回プロンプトへ全投入す…</a:t>
            </a:r>
          </a:p>
          <a:p>
            <a:r>
              <a:rPr>
                <a:solidFill>
                  <a:srgbClr val="FFFFFF"/>
                </a:solidFill>
              </a:rPr>
              <a:t>RAGの抽出漏れや取り違えを避けやすいです。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4. 問3:動的に変えるパターン数は何個か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4-1.</a:t>
            </a:r>
          </a:p>
          <a:p>
            <a:r>
              <a:rPr>
                <a:solidFill>
                  <a:srgbClr val="FFFFFF"/>
                </a:solidFill>
              </a:rPr>
              <a:t>少数パターンはテンプレ運用</a:t>
            </a:r>
            <a:br/>
            <a:br/>
            <a:r>
              <a:t>RAGは「都度差し替え」が強み…</a:t>
            </a:r>
          </a:p>
          <a:p>
            <a:r>
              <a:rPr>
                <a:solidFill>
                  <a:srgbClr val="FFFFFF"/>
                </a:solidFill>
              </a:rPr>
              <a:t>しかしパターンが10〜20個程度なら、</a:t>
            </a:r>
            <a:br/>
            <a:r>
              <a:t>業界別・用途別テンプ…</a:t>
            </a:r>
          </a:p>
          <a:p>
            <a:r>
              <a:rPr>
                <a:solidFill>
                  <a:srgbClr val="FFFFFF"/>
                </a:solidFill>
              </a:rPr>
              <a:t>###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5. 実務への落とし込み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###</a:t>
            </a:r>
          </a:p>
          <a:p>
            <a:r>
              <a:rPr>
                <a:solidFill>
                  <a:srgbClr val="FFFFFF"/>
                </a:solidFill>
              </a:rPr>
              <a:t>5-1.</a:t>
            </a:r>
          </a:p>
          <a:p>
            <a:r>
              <a:rPr>
                <a:solidFill>
                  <a:srgbClr val="FFFFFF"/>
                </a:solidFill>
              </a:rPr>
              <a:t>判断フロー(文章版)</a:t>
            </a:r>
            <a:br/>
            <a:br/>
            <a:r>
              <a:t>1.</a:t>
            </a:r>
          </a:p>
          <a:p>
            <a:r>
              <a:rPr>
                <a:solidFill>
                  <a:srgbClr val="FFFFFF"/>
                </a:solidFill>
              </a:rPr>
              <a:t>網羅チェックが必要か。</a:t>
            </a:r>
          </a:p>
          <a:p>
            <a:r>
              <a:rPr>
                <a:solidFill>
                  <a:srgbClr val="FFFFFF"/>
                </a:solidFill>
              </a:rPr>
              <a:t>YESならRAG不要。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本日のポイント</a:t>
            </a:r>
            <a:br/>
            <a:br/>
            <a:r>
              <a:t>-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本日のポイント</a:t>
            </a:r>
            <a:br/>
            <a:br/>
            <a:r>
              <a:t>-</a:t>
            </a:r>
          </a:p>
          <a:p>
            <a:r>
              <a:rPr>
                <a:solidFill>
                  <a:srgbClr val="FFFFFF"/>
                </a:solidFill>
              </a:rPr>
              <a:t>RAGは"必要部分だけ引く"道具です。</a:t>
            </a:r>
          </a:p>
          <a:p>
            <a:r>
              <a:rPr>
                <a:solidFill>
                  <a:srgbClr val="FFFFFF"/>
                </a:solidFill>
              </a:rPr>
              <a:t>網羅チェックや少数パターン管理には不向きです。</a:t>
            </a:r>
          </a:p>
          <a:p>
            <a:r>
              <a:rPr>
                <a:solidFill>
                  <a:srgbClr val="FFFFFF"/>
                </a:solidFill>
              </a:rPr>
              <a:t>-</a:t>
            </a:r>
          </a:p>
          <a:p>
            <a:r>
              <a:rPr>
                <a:solidFill>
                  <a:srgbClr val="FFFFFF"/>
                </a:solidFill>
              </a:rPr>
              <a:t>上限内データは毎回全投入が早くて強いです。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</Words>
  <Application>Microsoft Office PowerPoint</Application>
  <PresentationFormat>画面に合わせる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健司 上野</cp:lastModifiedBy>
  <cp:revision>2</cp:revision>
  <dcterms:created xsi:type="dcterms:W3CDTF">2013-01-27T09:14:16Z</dcterms:created>
  <dcterms:modified xsi:type="dcterms:W3CDTF">2025-11-08T00:28:02Z</dcterms:modified>
  <cp:category/>
</cp:coreProperties>
</file>